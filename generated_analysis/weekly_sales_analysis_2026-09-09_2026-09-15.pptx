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KiranaAI Weekly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2026-09-09 to 2026-09-15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Supermarket Operations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Sales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256032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Total Sales</a:t>
            </a:r>
          </a:p>
          <a:p>
            <a:pPr algn="ctr">
              <a:defRPr sz="2000" b="1"/>
            </a:pPr>
            <a:r>
              <a:t>₹1124.55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71600"/>
            <a:ext cx="256032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Bills</a:t>
            </a:r>
          </a:p>
          <a:p>
            <a:pPr algn="ctr">
              <a:defRPr sz="2000" b="1"/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56032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GST Collected</a:t>
            </a:r>
          </a:p>
          <a:p>
            <a:pPr algn="ctr">
              <a:defRPr sz="2000" b="1"/>
            </a:pPr>
            <a:r>
              <a:t>₹53.55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371600"/>
            <a:ext cx="256032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Products</a:t>
            </a:r>
          </a:p>
          <a:p>
            <a:pPr algn="ctr">
              <a:defRPr sz="2000" b="1"/>
            </a:pPr>
            <a:r>
              <a:t>8</a:t>
            </a:r>
          </a:p>
        </p:txBody>
      </p:sp>
      <p:pic>
        <p:nvPicPr>
          <p:cNvPr id="7" name="Picture 6" descr="dai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0896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Payment Method Breakdown</a:t>
            </a:r>
          </a:p>
        </p:txBody>
      </p:sp>
      <p:pic>
        <p:nvPicPr>
          <p:cNvPr id="3" name="Picture 2" descr="payment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Top Selling Products</a:t>
            </a:r>
          </a:p>
        </p:txBody>
      </p:sp>
      <p:pic>
        <p:nvPicPr>
          <p:cNvPr id="3" name="Picture 2" descr="top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Inventory Health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2004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Active Products</a:t>
            </a:r>
          </a:p>
          <a:p>
            <a:pPr algn="ctr">
              <a:defRPr sz="2000" b="1"/>
            </a:pPr>
            <a: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371600"/>
            <a:ext cx="32004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Low Stock Items</a:t>
            </a:r>
          </a:p>
          <a:p>
            <a:pPr algn="ctr">
              <a:defRPr sz="2000" b="1"/>
            </a:pPr>
            <a: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No products are currently below reorder level.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GST Collection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2004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CGST</a:t>
            </a:r>
          </a:p>
          <a:p>
            <a:pPr algn="ctr">
              <a:defRPr sz="2000" b="1"/>
            </a:pPr>
            <a:r>
              <a:t>₹26.78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371600"/>
            <a:ext cx="32004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SGST</a:t>
            </a:r>
          </a:p>
          <a:p>
            <a:pPr algn="ctr">
              <a:defRPr sz="2000" b="1"/>
            </a:pPr>
            <a:r>
              <a:t>₹26.77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27432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Total GST</a:t>
            </a:r>
          </a:p>
          <a:p>
            <a:pPr algn="ctr">
              <a:defRPr sz="2000" b="1"/>
            </a:pPr>
            <a:r>
              <a:t>₹53.55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t>• Cash was the largest payment mode with sales of ₹472.50.</a:t>
            </a:r>
          </a:p>
          <a:p>
            <a:pPr>
              <a:spcAft>
                <a:spcPts val="1500"/>
              </a:spcAft>
              <a:defRPr sz="1800"/>
            </a:pPr>
            <a:r>
              <a:t>• India Gate Basmati Rice generated the highest sales revenue at ₹1023.75.</a:t>
            </a:r>
          </a:p>
          <a:p>
            <a:pPr>
              <a:spcAft>
                <a:spcPts val="1500"/>
              </a:spcAft>
              <a:defRPr sz="1800"/>
            </a:pPr>
            <a:r>
              <a:t>• No products are currently at or below their reorder level.</a:t>
            </a:r>
          </a:p>
          <a:p>
            <a:pPr>
              <a:spcAft>
                <a:spcPts val="1500"/>
              </a:spcAft>
              <a:defRPr sz="1800"/>
            </a:pPr>
            <a:r>
              <a:t>• Total GST collected during the period was ₹53.55.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